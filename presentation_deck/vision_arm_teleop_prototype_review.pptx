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Vision-Based Robotic Arm Teleoperation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75564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Single-camera hand tracking mapped to servo commands through deterministic Python logic, configurable transport, and PCA9685-based firmware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" y="2542032"/>
            <a:ext cx="2194560" cy="256032"/>
          </a:xfrm>
          <a:prstGeom prst="roundRect">
            <a:avLst>
              <a:gd name="adj" fmla="val 14286"/>
            </a:avLst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578608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Repo-verified prototype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Host-side Python performs camera capture, hand tracking, feature extraction, filtering, and operator state logic.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board targets exist: Arduino Uno over serial and ESP32 DevKit V1 over Wi-Fi UDP.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97764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firmware paths drive a PCA9685 and accept the same ASCII command packet.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443484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checked-in runtime profile currently targets ESP32 + UDP.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201168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2084832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24928" y="2286000"/>
            <a:ext cx="38039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practical first integration prototype. It is not a closed-loop industrial manipulator, and the base is not angle-observed because it uses a continuous-rotation servo.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416052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4928" y="4233672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checked-in profile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24928" y="4434840"/>
            <a:ext cx="380390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Transport: UDP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Board: ESP32 Arduino + PlatformIO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 output: PCA9685 channels 0..4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profile: 1280x720 at 30 FPS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Findings and Scope Boundaries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" y="987552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27A78"/>
          </a:solidFill>
          <a:ln w="12700">
            <a:solidFill>
              <a:srgbClr val="127A7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024128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now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27648" y="987552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A86700"/>
          </a:solidFill>
          <a:ln w="12700">
            <a:solidFill>
              <a:srgbClr val="A867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24128"/>
            <a:ext cx="1682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but inactive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62288" y="987552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8B1E3F"/>
          </a:solidFill>
          <a:ln w="12700">
            <a:solidFill>
              <a:srgbClr val="8B1E3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1024128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present in source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325880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399032"/>
            <a:ext cx="4855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implemented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" y="1600200"/>
            <a:ext cx="4855464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teleop in main.py is the active host path. It uses MediaPipe landmarks, direct joint mapping, filtering, and a transport abstraction that can send the same command semantics over serial or UDP.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37947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Whole-hand finger curl actively drives the gripper.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19709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joint mapping actively drives lower, middle, and upper pitch joints.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45994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Uno and ESP32 firmware actively parse packets and drive the PCA9685.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50017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ASCII TeleopCommand packet is shared across all active paths.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13716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pinch_metric is computed and calibratable, but not used to actuate the gripper.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188366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wrist_tilt_metric is computed and displayed, but not used to drive a joint.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7648" y="23957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map_workspace() exists, but the live loop does not call 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7648" y="290779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Kinematics and workspace config fields remain, but the runtime is not using IK.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62288" y="1371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active kinematics.py source file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62288" y="18836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send_fixed.py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62288" y="23957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main.c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62288" y="2907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project-level Zephyr CMakeLists.txt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27648" y="434340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0D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4416552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caveat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37376" y="4617720"/>
            <a:ext cx="49011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 should describe the current runtime as direct hand-to-joint teleoperation, not as inverse-kinematics task-space control.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554480" cy="822960"/>
          </a:xfrm>
          <a:prstGeom prst="roundRect">
            <a:avLst>
              <a:gd name="adj" fmla="val 4444"/>
            </a:avLst>
          </a:prstGeom>
          <a:solidFill>
            <a:srgbClr val="DDEAF7">
              <a:alpha val="86000"/>
            </a:srgbClr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01168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capture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2194560"/>
            <a:ext cx="365760" cy="256032"/>
          </a:xfrm>
          <a:prstGeom prst="chevron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920240"/>
            <a:ext cx="1554480" cy="822960"/>
          </a:xfrm>
          <a:prstGeom prst="roundRect">
            <a:avLst>
              <a:gd name="adj" fmla="val 4444"/>
            </a:avLst>
          </a:prstGeom>
          <a:solidFill>
            <a:srgbClr val="DDEAF7">
              <a:alpha val="86000"/>
            </a:srgbClr>
          </a:solidFill>
          <a:ln w="12700">
            <a:solidFill>
              <a:srgbClr val="DDEA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201168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Hands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landmarks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65760" cy="256032"/>
          </a:xfrm>
          <a:prstGeom prst="chevron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920240"/>
            <a:ext cx="1645920" cy="822960"/>
          </a:xfrm>
          <a:prstGeom prst="roundRect">
            <a:avLst>
              <a:gd name="adj" fmla="val 4444"/>
            </a:avLst>
          </a:prstGeom>
          <a:solidFill>
            <a:srgbClr val="DDF4EE">
              <a:alpha val="86000"/>
            </a:srgbClr>
          </a:solidFill>
          <a:ln w="12700">
            <a:solidFill>
              <a:srgbClr val="DDF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201168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center, depth, curl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2194560"/>
            <a:ext cx="365760" cy="256032"/>
          </a:xfrm>
          <a:prstGeom prst="chevron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5160" y="192024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DDF4EE">
              <a:alpha val="86000"/>
            </a:srgbClr>
          </a:solidFill>
          <a:ln w="12700">
            <a:solidFill>
              <a:srgbClr val="DDF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201168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+ state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49640" y="2194560"/>
            <a:ext cx="365760" cy="256032"/>
          </a:xfrm>
          <a:prstGeom prst="chevron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1920240"/>
            <a:ext cx="1417320" cy="822960"/>
          </a:xfrm>
          <a:prstGeom prst="roundRect">
            <a:avLst>
              <a:gd name="adj" fmla="val 4444"/>
            </a:avLst>
          </a:prstGeom>
          <a:solidFill>
            <a:srgbClr val="FFF0D7">
              <a:alpha val="86000"/>
            </a:srgbClr>
          </a:solidFill>
          <a:ln w="12700">
            <a:solidFill>
              <a:srgbClr val="FFF0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2011680"/>
            <a:ext cx="1271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TeleopCommand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 packet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61320" y="2194560"/>
            <a:ext cx="320040" cy="256032"/>
          </a:xfrm>
          <a:prstGeom prst="chevron">
            <a:avLst/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7080" y="1920240"/>
            <a:ext cx="822960" cy="822960"/>
          </a:xfrm>
          <a:prstGeom prst="roundRect">
            <a:avLst>
              <a:gd name="adj" fmla="val 4444"/>
            </a:avLst>
          </a:prstGeom>
          <a:solidFill>
            <a:srgbClr val="FCE3EA">
              <a:alpha val="86000"/>
            </a:srgbClr>
          </a:solidFill>
          <a:ln w="12700">
            <a:solidFill>
              <a:srgbClr val="F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00232" y="2011680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+ PCA9685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 outputs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6576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owns perception, normalized signal generation, filtering, and operating-mode decisions.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1330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firmware owns packet validation, watchdog behavior, calibration mapping, and final PWM output.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60857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transport boundary is intentionally narrow: one shared line-oriented command packet.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" y="534924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422392"/>
            <a:ext cx="10570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deployment choice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" y="5623560"/>
            <a:ext cx="105704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supports both serial and UDP. The checked-in calibration profile uses ESP32 + UDP, but the host-side control semantics remain the same across both transport paths.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063240" cy="4343400"/>
          </a:xfrm>
          <a:prstGeom prst="roundRect">
            <a:avLst>
              <a:gd name="adj" fmla="val 1791"/>
            </a:avLst>
          </a:prstGeom>
          <a:solidFill>
            <a:srgbClr val="F6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Host side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or host PC runs Python teleop stack.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RGB webcam is the primary perception sensor.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window provides overlay and keyboard controls.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camera profile in calibration.json is 1280x720 at 30 FPS.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60520" y="1234440"/>
            <a:ext cx="3749040" cy="4343400"/>
          </a:xfrm>
          <a:prstGeom prst="roundRect">
            <a:avLst>
              <a:gd name="adj" fmla="val 1463"/>
            </a:avLst>
          </a:prstGeom>
          <a:solidFill>
            <a:srgbClr val="F6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17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Board / drive side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07408" y="17830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 over serial remains implemented.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07408" y="228600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DevKit V1 over Wi-Fi UDP is the current checked-in target.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07408" y="27889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firmware paths drive a PCA9685 at 50 Hz.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32918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 channels 0..4 map to base, lower, middle, upper, gripper.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21040" y="1234440"/>
            <a:ext cx="3154680" cy="4343400"/>
          </a:xfrm>
          <a:prstGeom prst="roundRect">
            <a:avLst>
              <a:gd name="adj" fmla="val 1739"/>
            </a:avLst>
          </a:prstGeom>
          <a:solidFill>
            <a:srgbClr val="F6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3E"/>
                </a:solidFill>
              </a:rPr>
              <a:t>Actuation side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Continuous-rotation base yaw servo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49640" y="22860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pitch joints with gear reductions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49640" y="2788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gripper servo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3291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servo power and common ground are documented assumptions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8680" y="571500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0D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5788152"/>
            <a:ext cx="10341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wiring, not code-enforced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8408" y="5989320"/>
            <a:ext cx="103418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documents ESP32 I2C as GPIO21/GPIO22 and Uno I2C as A4/A5. The firmware confirms the PCA9685 channel map, but physical wiring and power integrity still need hardware confirmation.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Command Model and Calibration Mapping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417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commands lower, middle, and upper joints in output joint degrees, not raw servo degrees.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converts joint angles to servo angles using zero offsets, direction signs, and fixed gear ratios.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output limits are q1&lt;=45°, q2&lt;=60°, q3&lt;=90°.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926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continuous base is commanded around BASE_STOP_DEG with a configured speed range and neutral trim.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4290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checked-in gripper endpoints are 0° closed and 180° open.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35240" y="155448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4968" y="1627632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Firmware-side mapping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44968" y="1828800"/>
            <a:ext cx="352958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lower_servo = zero + sign × 4 × lower_joint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middle_servo = zero + sign × 3 × middle_joint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upper_servo = zero + sign × 2 × upper_joint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35240" y="30632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4968" y="3136392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header values in current 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44968" y="3337560"/>
            <a:ext cx="35295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BASE_STOP_DEG = 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BASE_HOLD_TRIM_COMMAND = 0.25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BASE_SPEED_RANGE_DEG = 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SERVO_SLEW_DEG_PER_S = 120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35240" y="4709160"/>
            <a:ext cx="3749040" cy="1005840"/>
          </a:xfrm>
          <a:prstGeom prst="roundRect">
            <a:avLst>
              <a:gd name="adj" fmla="val 5455"/>
            </a:avLst>
          </a:prstGeom>
          <a:solidFill>
            <a:srgbClr val="FCE3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4968" y="4782312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caveat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44968" y="498348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 still stores richer geometry and kinematics parameters, but the live runtime does not currently use them for inverse kinematics.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Stack and Library Roles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" y="98755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024128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host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99632" y="98755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27A78"/>
          </a:solidFill>
          <a:ln w="12700">
            <a:solidFill>
              <a:srgbClr val="127A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72784" y="102412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handles camera capture, image mirroring, display, and overlay drawing.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19293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Hands provides landmark detection and tracking for one hand.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441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handles distances, angles, normalization, and geometric feature computation.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2953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pyserial implements the serial transport path; socket implements the UDP path.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4655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dataclasses + JSON provide structured configuration and calibration persistence.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14173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framework keeps both board targets simple and readable.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192938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provides I2C access to the PCA9685.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7648" y="24414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and WiFiUDP are used only in the ESP32 path.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7648" y="295351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Adafruit PWM Servo Driver Library generates servo PWM through the PCA9685.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7648" y="34655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 builds the ESP32 Arduino target.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" y="493776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FF0D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5010912"/>
            <a:ext cx="1002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separation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" y="5212080"/>
            <a:ext cx="100218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active Zephyr application in this repo snapshot. The PlatformIO README files are template placeholders, not alternate firmware implementations.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3716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 opens the camera with DirectShow, applies the configured frame size/FPS, and sets CAP_PROP_BUFFERSIZE to 1.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18836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mirror_view is true, the frame is flipped before hand tracking so control uses mirrored image coordinates.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Hands runs with static_image_mode=false, model_complexity=1, and max_num_hands from config.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are filtered by requested handedness and a minimum normalized palm width threshold.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4198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returns one HandObservation containing normalized landmarks, pixel landmarks, center_xy, and derived metrics.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48006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487375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profile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50749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max_num_hands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min_detection_confidence = 0.45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min_tracking_confidence = 0.35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min_palm_width_norm = 0.015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4800600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5928" y="487375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definition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95928" y="5074920"/>
            <a:ext cx="3438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 center is the mean of landmarks [0, 5, 9, 13, 17], which approximates a palm center rather than using a fingertip or bounding-box center.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48006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CE3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4873752"/>
            <a:ext cx="3163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caveat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73568" y="507492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monocular hand tracking. The landmark z values are relative model outputs, not metrically calibrated camera depth.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Extraction: Active Signals vs Computed Signals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" y="987552"/>
            <a:ext cx="1783080" cy="256032"/>
          </a:xfrm>
          <a:prstGeom prst="roundRect">
            <a:avLst>
              <a:gd name="adj" fmla="val 14286"/>
            </a:avLst>
          </a:prstGeom>
          <a:solidFill>
            <a:srgbClr val="127A78"/>
          </a:solidFill>
          <a:ln w="12700">
            <a:solidFill>
              <a:srgbClr val="127A7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024128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used in control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0" y="987552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A86700"/>
          </a:solidFill>
          <a:ln w="12700">
            <a:solidFill>
              <a:srgbClr val="A867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024128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or stored, but inactive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4173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x_offset_norm: hand horizontal displacement from a captured neutral x position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19842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height_norm: hand height inside the active control box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depth_norm: normalized reach command derived from a heuristic depth metric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1181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finger_curl_norm: normalized whole-hand closure used to command the gripper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pinch_metric is computed from thumb-tip to index-tip distance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9293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wrist_tilt_metric is computed from the palm normal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441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wrist_tilt_reference is still captured and stored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9535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pinch_open_reference and pinch_closed_reference are still captured and stored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465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map_workspace() exists, but the live loop does not call 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1248" y="4800600"/>
            <a:ext cx="4892040" cy="868680"/>
          </a:xfrm>
          <a:prstGeom prst="roundRect">
            <a:avLst>
              <a:gd name="adj" fmla="val 6316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873752"/>
            <a:ext cx="467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proxy formula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" y="5074920"/>
            <a:ext cx="4672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depth_metric = 0.65 × palm_width + 0.25 × wrist_middle + 0.10 × mean_palm_depth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4800600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4873752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Gripper feature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5074920"/>
            <a:ext cx="43525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finger_curl_metric blends joint-angle curl with fingertip folding distance and then combines all five fingers as 0.7 × mean + 0.3 × min.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Teleoperation Mapping Math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command = signed-deadband(x_offset_norm), then exponent shaping, then yaw_max scaling.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181965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joint target comes from depth_norm; the current profile inverts this mapping.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134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joint target comes from height_norm.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8072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joint target is a weighted average of upper and lower; the current profile uses 0.5.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30098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norms are multiplied by q1_max, q2_max, q3_max to produce transmitted joint angles in degrees.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79476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Gripper openness is thresholded: fully open below the open threshold, fully closed above the close threshold, proportional in between.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507492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5148072"/>
            <a:ext cx="2752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534924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yaw_deadband = 0.12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yaw_exponent = 1.5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gripper_full_open_threshold = 0.03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gripper_full_close_threshold = 0.5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69080" y="50749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CE3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514807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joint mapping, not IK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78808" y="5349240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control_mode is present in config and set to direct_joint, but main.py does not branch on it. The checked-in runtime is explicitly direct hand-to-joint mapping.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01000" y="507492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FFF0D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728" y="514807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config caveat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10728" y="534924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middle_height_invert is present in config but not consumed by compute_joint_norms() in the current source.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Filtering, Motion Conditioning, and Grasp Stabilization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3716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Low-pass filters smooth x, height, depth, and grip before state logic uses them.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18836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Slew rate limiters cap the rate of change for lower, middle, upper, and gripper targets.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gripper is actively closing, arm-rate scaling drops to grasp_arm_slowdown_factor.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hold freezes the depth signal when curl exceeds a threshold, then auto-releases after 6 seconds or when the hand reopens enough.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41985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tracking drops briefly, the host stays in hold for lost_hold_timeout_s before falling back to waiting-for-hand behavior.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498348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505663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filter profile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525780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x_alpha = 0.35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y_alpha = 0.25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depth_alpha = 0.18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grip_alpha = 0.28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49834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505663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rate 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525780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joint_rate_deg_s = 95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gripper_rate_per_s = 1.8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grasp_arm_slowdown_factor = 0.2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55080" y="49834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CE3E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5056632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precision note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64808" y="5257800"/>
            <a:ext cx="4535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signal conditioning and mode logic, not closed-loop control. There is no measurement of actual joint angle or gripper force in the current implementation.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Modes and Operator State Logic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37160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startup profile enters a 1-second home phase first, because send_home_on_start is true.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188366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startup homing, the system remains frozen until the operator unfreezes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 is used for active teleop when a tracked hand is inside the active region.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mode is used for frozen, waiting, and brief tracking-loss hold behavior.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41985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mode is the estop-hold command and is also force-sent immediately when estop toggles 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9319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mode sends a home posture: zero joint angles plus the startup gripper opening fraction.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5010912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5084064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controls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5285232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quit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/ space freeze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estop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home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reload config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5010912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508406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calibration controls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528523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capture neutral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capture open hand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capture closed hand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trim base neutral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5010912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FF0D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5084064"/>
            <a:ext cx="4855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nuance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5285232"/>
            <a:ext cx="4855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and estop are posture-hold behaviors, not torque disable. The arm keeps its last commanded pose while the base is driven to a neutral-trim stop command.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and Packet Interface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41248" y="1280160"/>
            <a:ext cx="10424160" cy="640080"/>
          </a:xfrm>
          <a:prstGeom prst="roundRect">
            <a:avLst>
              <a:gd name="adj" fmla="val 8571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353312"/>
            <a:ext cx="10204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packet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" y="1554480"/>
            <a:ext cx="1020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T,seq,mode,base_cmd,lower_deg,middle_deg,upper_deg,gripper_open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21488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TeleopCommand.encode() is the source of truth for the line format and uses ASCII with a trailing newline.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6426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SerialController and UdpController both rate-limit sends independently of camera frame rate.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136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force=True bypasses rate limiting for home and estop packets.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63016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SerialController retries port open and provides strong diagnostics for common Windows serial conflicts.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12394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UdpController treats socket creation as connected-enough and does not require a session handshake.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46177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overlay surfaces transport status, but the main loop does not currently implement autonomous reconnect.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5138928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5212080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checked-in transport profile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" y="5413248"/>
            <a:ext cx="2706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transport.kind = udp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udp.host = 192.168.137.50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udp.port = 4210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udp.write_hz = 60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69080" y="5138928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FF0D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5212080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profile remains implemented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78808" y="5413248"/>
            <a:ext cx="3438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serial.enabled = false in the checked-in profile, but the serial path still exists and uses the same command semantics at 30 Hz by default in calibration.json.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5138928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6448" y="5212080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helper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56448" y="5413248"/>
            <a:ext cx="29352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send.py reuses TeleopCommand and can optionally wait for an ESP32 UDP reply after each test packet.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Paths: Arduino Uno and ESP32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188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</a:rPr>
              <a:t>Arduino Uno + serial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63640" y="1188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</a:rPr>
              <a:t>ESP32 DevKit V1 + Wi-Fi UDP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1508760"/>
            <a:ext cx="4892040" cy="3474720"/>
          </a:xfrm>
          <a:prstGeom prst="roundRect">
            <a:avLst>
              <a:gd name="adj" fmla="val 1579"/>
            </a:avLst>
          </a:prstGeom>
          <a:solidFill>
            <a:srgbClr val="F6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44768" y="1508760"/>
            <a:ext cx="5349240" cy="3474720"/>
          </a:xfrm>
          <a:prstGeom prst="roundRect">
            <a:avLst>
              <a:gd name="adj" fmla="val 1579"/>
            </a:avLst>
          </a:prstGeom>
          <a:solidFill>
            <a:srgbClr val="F6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the shared ASCII packet over Serial.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3500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PCA9685 channels 0..4 for the five actuators.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9169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watchdog hold, clamping, zero/sign/gear-ratio mapping, and slew limiting.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very small base trim commands pass through without forcing the deadband break.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the same ASCII packet over UDP port 4210.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2860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Wi-Fi in station mode and uses a static IP from wifi_secrets.h.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simple OK,seq,mode or ERR replies to the sender.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291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watchdog hold, clamping, zero/sign/gear-ratio mapping, and slew limiting.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7947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applies base deadband directly, which differs slightly from the Uno path.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5257800"/>
            <a:ext cx="10149840" cy="502920"/>
          </a:xfrm>
          <a:prstGeom prst="roundRect">
            <a:avLst>
              <a:gd name="adj" fmla="val 10909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330952"/>
            <a:ext cx="9930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5532120"/>
            <a:ext cx="9930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host-side teleop semantics are intentionally preserved across both board targets. The transport changes; the meaning of the command does not.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Calibration, UI, and Operator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config/calibration.json is the master runtime and calibration source.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18196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captures neutral_x, neutral_y, depth_reference, and wrist_tilt_reference.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134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and p capture both pinch references and grip-curl references.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8072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overlay shows status, transport, landmarks, joint targets, grip, finger curl, wrist tilt, and depth-hold state.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3009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Host-side config changes can be reloaded live with r; firmware-side changes require header export and reflashing.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7947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calibration.py can export both the Uno and ESP32 generated calibration headers.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0" y="150876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7808" y="158191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Host-side live tuning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07808" y="1783080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boundaries, neutral references, grip references, trim, and transport choice live in JSON and can be updated without rewriting host logic.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0" y="288036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953512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Firmware-side reflashing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07808" y="3154680"/>
            <a:ext cx="3438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 zeroes, signs, limits, base stop, slew, and gripper endpoints are exported into generated_calibration.h and then compiled into the board firmware.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4407408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0D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4480560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07808" y="4681728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Pinch and wrist-tilt capture still exist in the workflow even though those features do not currently drive the live teleop mapping.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Safety, Limitations, and Technical Value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" y="987552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127A78"/>
          </a:solidFill>
          <a:ln w="12700">
            <a:solidFill>
              <a:srgbClr val="127A7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02412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robustness present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27648" y="987552"/>
            <a:ext cx="2148840" cy="256032"/>
          </a:xfrm>
          <a:prstGeom prst="roundRect">
            <a:avLst>
              <a:gd name="adj" fmla="val 14286"/>
            </a:avLst>
          </a:prstGeom>
          <a:solidFill>
            <a:srgbClr val="8B1E3F"/>
          </a:solidFill>
          <a:ln w="12700">
            <a:solidFill>
              <a:srgbClr val="8B1E3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024128"/>
            <a:ext cx="2002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to state plainly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41732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freeze prevents immediate free motion.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19659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teleop requires a valid tracked hand inside the active region.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5146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tracking-loss hold avoids abrupt command drops on short perception failures.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06324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and firmware both clamp or limit motion in different ways.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61188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watchdog returns the arm to hold if packets stop arriving.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7648" y="1417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joint encoders and no closed-loop state feedback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19659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yaw is open-loop continuous-servo rate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7648" y="25146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is a heuristic monocular proxy, not metric 3D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7648" y="30632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runtime is direct joint mapping, not task-space IK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7648" y="36118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config and computed signals are inactive or only partially wired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" y="50749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DDEA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5148072"/>
            <a:ext cx="1002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still matters technically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" y="5349240"/>
            <a:ext cx="100218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1 already solves a hard integration problem: turning a noisy monocular hand-tracking pipeline into a stable actuator command stream with transport abstraction, firmware clamping, and an operator-visible calibration workflow.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243E"/>
          </a:solidFill>
          <a:ln w="12700">
            <a:solidFill>
              <a:srgbClr val="1024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From Prototype 1 to a More Industry-Style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92640" y="18288"/>
            <a:ext cx="1828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Arm Teleoperation Prototype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hobby-servo assumptions to stiffer mechanics and higher-quality actuators.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183794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encoders and actual joint-state measurement so motion can be closed-loop rather than purely open-loop.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350008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dormant geometry and workspace concepts into a real inverse-kinematics and trajectory-generation path.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86207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end-to-end latency and jitter explicitly, especially across the Wi-Fi path.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374136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timing-critical firmware work if complexity grows; RTOS partitioning becomes relevant only after tighter control requirements appear.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88620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hardware safety interlocks, current/temperature limits, and richer fault handling.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439826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toward custom electronics and sensor fusion once the manipulation objectives justify the added complexity.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539496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DDF4E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5468112"/>
            <a:ext cx="10021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meaning of 'closer to industry standard'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" y="5669280"/>
            <a:ext cx="10021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state, calibrated kinematics, trajectory planning, timing visibility, fault handling, and hardware-level safety. The next step is not just a better mapping function; it is a better instrumented robot system.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Vision-Based Robotic Arm Teleoperation Prototype Review</dc:title>
  <dc:subject>Robotic arm teleoperation prototype review</dc:subject>
  <dc:creator>OpenAI Codex</dc:creator>
  <cp:lastModifiedBy>OpenAI Codex</cp:lastModifiedBy>
  <cp:revision>1</cp:revision>
  <dcterms:created xsi:type="dcterms:W3CDTF">2026-03-26T07:23:03Z</dcterms:created>
  <dcterms:modified xsi:type="dcterms:W3CDTF">2026-03-26T07:23:03Z</dcterms:modified>
</cp:coreProperties>
</file>